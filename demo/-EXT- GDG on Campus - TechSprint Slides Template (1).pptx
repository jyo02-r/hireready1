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867" y="8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07014906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ad07014906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d07014906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ad07014906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d07014906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ad07014906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d07014906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ad07014906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07014906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d07014906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ad07014906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d07014906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ad07014906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d07014906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3ad07014906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d07014906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3ad07014906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yo02-R/HireReady1.g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my-site-faawe4wl-rjyothsna2007.wix-vibe.com/" TargetMode="External"/><Relationship Id="rId4" Type="http://schemas.openxmlformats.org/officeDocument/2006/relationships/hyperlink" Target="https://youtube.com/shorts/LynzsF9tnHc?si=_ctKsyaqShd54X3h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"/>
          <p:cNvSpPr txBox="1"/>
          <p:nvPr/>
        </p:nvSpPr>
        <p:spPr>
          <a:xfrm>
            <a:off x="162600" y="3195125"/>
            <a:ext cx="8760000" cy="17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  <a:endParaRPr sz="18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AutoNum type="alphaLcPeriod"/>
            </a:pPr>
            <a:r>
              <a:rPr lang="en-GB" sz="1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Team name: Code Drafters</a:t>
            </a:r>
            <a:endParaRPr sz="18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AutoNum type="alphaLcPeriod"/>
            </a:pPr>
            <a:r>
              <a:rPr lang="en-GB" sz="1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Team leader name: R</a:t>
            </a:r>
            <a:r>
              <a:rPr lang="en-GB" sz="1800" b="1">
                <a:solidFill>
                  <a:srgbClr val="434343"/>
                </a:solidFill>
              </a:rPr>
              <a:t>.Sandhya Rani</a:t>
            </a:r>
            <a:endParaRPr sz="18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AutoNum type="alphaLcPeriod"/>
            </a:pPr>
            <a:r>
              <a:rPr lang="en-GB" sz="1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Problem Statement: Open Innovation</a:t>
            </a:r>
            <a:endParaRPr sz="18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" title="Techsprint bann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085198" cy="302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" title="Group 220018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"/>
          <p:cNvSpPr txBox="1"/>
          <p:nvPr/>
        </p:nvSpPr>
        <p:spPr>
          <a:xfrm>
            <a:off x="493689" y="1103698"/>
            <a:ext cx="7445400" cy="29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Problem Statement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Many users find it difficult to create and manage websites due to lack of technical knowledge, time constraints, and high development costs. Existing solutions are often complex and not user-friendly.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Solution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solution provides an AI-powered, easy-to-use website that enables users to create, customize, and manage content without coding. It offers responsive design, simple navigation, and quick updates, making website management efficient and accessible.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" title="Group 220018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"/>
          <p:cNvSpPr txBox="1"/>
          <p:nvPr/>
        </p:nvSpPr>
        <p:spPr>
          <a:xfrm>
            <a:off x="253800" y="726000"/>
            <a:ext cx="8611800" cy="3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Opportunities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solution creates opportunities for students, small businesses, and individuals to build a professional online presence quickly and affordably. It encourages digital growth by making website creation accessible to non-technical users.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i="1"/>
              <a:t>How is it different from existing ideas?</a:t>
            </a:r>
            <a:endParaRPr b="1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Unlike traditional website builders, this solution uses an AI-driven approach that generates layouts and content based on user input. It reduces manual effort and simplifies the entire website creation process.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i="1"/>
              <a:t>How will it solve the problem?</a:t>
            </a:r>
            <a:endParaRPr b="1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solution eliminates the need for coding, reduces development time, and provides easy content management. This helps users create organized, responsive, and user-friendly websites efficiently.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Unlike traditional website builders, this solution uses an AI-driven approach that generates layouts and content based on user input. It reduces manual effort and simplifies the entire website creation process.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" title="Group 220018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 txBox="1"/>
          <p:nvPr/>
        </p:nvSpPr>
        <p:spPr>
          <a:xfrm>
            <a:off x="1496483" y="1177512"/>
            <a:ext cx="4106400" cy="29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Offered by the Solution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AI-Powered Website Creation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User-Friendly Interface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Responsive Design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Customizable Templates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Fast Deployment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Secure Platform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Google Technologies used in the solution</a:t>
            </a:r>
            <a:endParaRPr sz="18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>
              <a:solidFill>
                <a:srgbClr val="434343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-GB" sz="1800" b="1">
                <a:solidFill>
                  <a:srgbClr val="434343"/>
                </a:solidFill>
              </a:rPr>
              <a:t>Gemini AI</a:t>
            </a:r>
            <a:endParaRPr sz="1800" b="1">
              <a:solidFill>
                <a:srgbClr val="434343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-GB" sz="1800" b="1">
                <a:solidFill>
                  <a:srgbClr val="434343"/>
                </a:solidFill>
              </a:rPr>
              <a:t>Fire Base</a:t>
            </a:r>
            <a:endParaRPr sz="1800" b="1">
              <a:solidFill>
                <a:srgbClr val="434343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-GB" sz="1800" b="1">
                <a:solidFill>
                  <a:srgbClr val="434343"/>
                </a:solidFill>
              </a:rPr>
              <a:t>Google AI</a:t>
            </a:r>
            <a:endParaRPr sz="1800" b="1">
              <a:solidFill>
                <a:srgbClr val="434343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-GB" sz="1800" b="1">
                <a:solidFill>
                  <a:srgbClr val="434343"/>
                </a:solidFill>
              </a:rPr>
              <a:t>WIX AI</a:t>
            </a:r>
            <a:endParaRPr sz="1800" b="1">
              <a:solidFill>
                <a:srgbClr val="434343"/>
              </a:solidFill>
            </a:endParaRPr>
          </a:p>
        </p:txBody>
      </p:sp>
      <p:pic>
        <p:nvPicPr>
          <p:cNvPr id="196" name="Google Shape;196;p5" title="Group 220018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 txBox="1"/>
          <p:nvPr/>
        </p:nvSpPr>
        <p:spPr>
          <a:xfrm>
            <a:off x="171050" y="501600"/>
            <a:ext cx="882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Architecture diagram of the proposed solution</a:t>
            </a:r>
            <a:endParaRPr sz="18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User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  |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  v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Web Browser (UI)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  |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  v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AI-Powered Website (Wix Vibe)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  |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  |----&gt; Gemini AI (Content &amp; Design Assistance)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  |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  |----&gt; Firebase (Authentication, Data Storage)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  |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  v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</a:rPr>
              <a:t>Published Website</a:t>
            </a:r>
            <a:endParaRPr sz="1800" b="1">
              <a:solidFill>
                <a:srgbClr val="434343"/>
              </a:solidFill>
            </a:endParaRPr>
          </a:p>
        </p:txBody>
      </p:sp>
      <p:pic>
        <p:nvPicPr>
          <p:cNvPr id="199" name="Google Shape;199;p6" title="Group 220018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7" title="Group 220018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 txBox="1"/>
          <p:nvPr/>
        </p:nvSpPr>
        <p:spPr>
          <a:xfrm>
            <a:off x="571921" y="821986"/>
            <a:ext cx="6283800" cy="29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Additional Details / Future Development</a:t>
            </a:r>
            <a:endParaRPr b="1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In future versions, the website can integrate advanced AI models to generate personalized content based on user behavior.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Firebase Analytics can be used to monitor user activity and optimize performance.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Multi-language support and role-based authentication can be added to improve accessibility and security.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 The system can also be scaled by integrating cloud services and APIs for better performance and reliability.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dirty="0">
                <a:solidFill>
                  <a:srgbClr val="434343"/>
                </a:solidFill>
              </a:rPr>
              <a:t>Links :</a:t>
            </a:r>
            <a:endParaRPr sz="1800" b="1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AutoNum type="arabi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GitHub Public Repository:</a:t>
            </a:r>
          </a:p>
          <a:p>
            <a:pPr marL="1143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</a:pPr>
            <a:r>
              <a:rPr lang="en-GB" sz="1800" b="1" dirty="0">
                <a:solidFill>
                  <a:srgbClr val="434343"/>
                </a:solidFill>
              </a:rPr>
              <a:t>                 </a:t>
            </a:r>
            <a:r>
              <a:rPr lang="en-GB" sz="1800" b="1" dirty="0">
                <a:solidFill>
                  <a:srgbClr val="434343"/>
                </a:solidFill>
                <a:hlinkClick r:id="rId3"/>
              </a:rPr>
              <a:t>https://github.com/jyo02-R/HireReady1.git</a:t>
            </a:r>
            <a:endParaRPr lang="en-GB" sz="1800" b="1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AutoNum type="arabi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Demo Video Link (3 Minutes):</a:t>
            </a:r>
          </a:p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</a:pPr>
            <a:r>
              <a:rPr lang="en-GB" sz="1800" b="1" dirty="0">
                <a:solidFill>
                  <a:srgbClr val="434343"/>
                </a:solidFill>
              </a:rPr>
              <a:t>                 </a:t>
            </a:r>
            <a:r>
              <a:rPr lang="en-GB" sz="1800" b="1" dirty="0">
                <a:solidFill>
                  <a:srgbClr val="434343"/>
                </a:solidFill>
                <a:hlinkClick r:id="rId4"/>
              </a:rPr>
              <a:t>https://youtube.com/shorts/LynzsF9tnHc?si=_ctKsyaqShd54X3h</a:t>
            </a:r>
            <a:endParaRPr lang="en-GB" sz="1800" b="1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AutoNum type="arabi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MVP Link:</a:t>
            </a:r>
          </a:p>
          <a:p>
            <a:pPr marL="114300" lvl="0">
              <a:buClr>
                <a:srgbClr val="434343"/>
              </a:buClr>
              <a:buSzPts val="1800"/>
            </a:pPr>
            <a:r>
              <a:rPr lang="en-IN" sz="1800" b="1" i="0" u="none" strike="noStrike" cap="none" dirty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             </a:t>
            </a:r>
            <a:r>
              <a:rPr lang="en-IN" sz="1800" b="1" dirty="0">
                <a:solidFill>
                  <a:srgbClr val="434343"/>
                </a:solidFill>
                <a:hlinkClick r:id="rId5" tooltip="https://my-site-faawe4wl-rjyothsna2007.wix-vibe.com/"/>
              </a:rPr>
              <a:t>https://my-site-faawe4wl-rjyothsna2007.wix-vibe.com/</a:t>
            </a:r>
            <a:endParaRPr sz="1800" b="1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8" title="Group 2200185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78" name="Google Shape;178;p3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79" name="Google Shape;179;p38" title="tq slide techspri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8"/>
          <p:cNvSpPr txBox="1"/>
          <p:nvPr/>
        </p:nvSpPr>
        <p:spPr>
          <a:xfrm>
            <a:off x="343275" y="3962950"/>
            <a:ext cx="37128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9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Thank you!</a:t>
            </a:r>
            <a:endParaRPr sz="45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</Words>
  <Application>Microsoft Office PowerPoint</Application>
  <PresentationFormat>On-screen Show (16:9)</PresentationFormat>
  <Paragraphs>79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Google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Jyothsna Rompalli</cp:lastModifiedBy>
  <cp:revision>1</cp:revision>
  <dcterms:modified xsi:type="dcterms:W3CDTF">2025-12-31T16:26:38Z</dcterms:modified>
</cp:coreProperties>
</file>